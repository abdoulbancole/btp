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7556500" cy="106934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7043"/>
    <p:restoredTop sz="94663"/>
  </p:normalViewPr>
  <p:slideViewPr>
    <p:cSldViewPr>
      <p:cViewPr varScale="1">
        <p:scale>
          <a:sx n="75" d="100"/>
          <a:sy n="75" d="100"/>
        </p:scale>
        <p:origin x="248" y="16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6T20:37:19.6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1 109 24575,'41'0'0,"20"0"0,11 0 0,-8 0 0,5 0-2101,8 0 0,8 0 0,0 0 2101,-6 0 0,-1 0 0,3 0-962,16 0 1,3 0 0,2 0 961,-20 0 0,0 0 0,2 0 0,0 0 0,3 0 0,1 0 0,0 0 0,-2 0 0,-7 0 0,-1 0 0,-2 0 0,0 0-181,19 0 0,-2 0 0,0 0 181,-7 0 0,-1 0 0,-2 0 0,-5 0 0,-2 0 0,1 0 0,4 0 0,2 0 0,-4 0 0,21 0 0,-2 0 0,0 0 0,0 0 0,-31 0 0,0 0 0,0 0-685,29 2 0,1 1 685,-26 0 0,2 1 0,-1 1 0,27 5 0,-2 3 0,0 5 0,0 2 0,-32-5 0,1 1 0,-2 1 0,28 9 0,-2 2 0,0 1 0,-2 2 0,-4-1 0,-3 2 0,-2-1 0,-1 3 0,-3 1 0,-1 4 0,-1 1 0,0 3 0,9 9 0,1 4 0,-5-1 0,0 3 0,-23-14 0,1 2 0,1 5-60,-1 2 0,3 7 0,-1 0 0,-5-4 60,-4-2 0,-3-3 0,1 5 0,1 1 0,4 6 0,-2 0 0,-6-5 610,10 20 0,-6-1-610,-12-19 0,1 2 0,-1 0 0,3 5 0,-1 1 0,-1 0 0,-1 0 0,-1 0 0,-1-1 0,-1-1 0,-2-2 0,-1 0 0,7 18 0,-4-2 782,-5-8 0,-2-3-782,-4-10 0,-3-1 1613,8 39-1613,-4-10 0,-9-21 3159,-5-13-3159,-4-12 2456,-2-9-2456,-3-8 1134,-2-5-1134,-2-5 194,-7 1-194,-6 1 0,-5 2 0,-5 1 0,-11 7 0,-12 5 0,-14 6 0,16-10 0,-4 1-1008,-11 4 0,-4 2 1008,-15 6 0,-3 1 0,-4 1 0,0 0-1092,2-1 1,-3-1 1091,20-10 0,-4 1 0,-1-1-1400,-4 1 1,-3-2-1,-10 0 1400,16-8 0,-8 1 0,-6 0 0,-1 0 0,3-2 0,6-2-871,-8 2 1,7-3 0,-1-1 0,-7 0 870,7-1 0,-8 0 0,-3-1 0,1 0 0,5-1 0,8-3 0,-19 0 0,10-3 0,-1-1-270,13 0 1,0 0-1,-1 0 1,1 0 269,-21 0 0,1 0 0,3-1-77,11-1 0,3 0 0,1-1 77,2 0 0,2 0 0,2-1 872,-20 1 1,5-1-873,15 0 0,3 0 1646,5 0 1,3 0-1647,-34-2 0,12-9 0,13-9 3305,6-11-3305,1-11 0,5-7 0,4-3 0,-2-5 2229,2-7-2229,-4-9 0,27 32 0,0-2 0,-1-4 0,1-2 0,0-4 0,0-1-103,1-4 0,0-1 103,2-5 0,1-1 0,2-4 0,1-2 0,3-2 0,0-1 0,3-5 0,1-1 0,2-2 0,2-1 0,2-3 0,2 0 0,0-5 0,2 0 0,2 3 0,1-4 0,3 11 0,0-3 0,1 4 0,0-6 0,1 1 0,1 10 0,0-3 0,0 7 0,0-1 0,0 5 0,0-6 0,0 0-205,0 3 1,0 1 204,0 7 0,2 3-131,0 5 0,1 3 131,5-42 0,3 10 0,0 3 0,0 9 409,1 9-409,-2 9 1737,0 6-1737,0 7 1035,-1 5-1035,0 3 312,-1 4-312,0 3 0,0 4 0,-2 1 0,0 0 0,-1 4 0,-2 3 0,-1 2 0,0 3 0,0 0 0,1 0 0,1 1 0,-2-1 0,1 1 0,-1-3 0,-1 3 0,1-3 0,-2 3 0,0 0 0,0 0 0,0-1 0,0 1 0,0 0 0,0 0 0,0 0 0,0 1 0,0-2 0,0-1 0,0 0 0,0-1 0,0 3 0,0-1 0,0 0 0,-1 2 0,-3 5 0,1 12 0,-1-5 0,3 6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6T20:37:22.5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6T20:47:09.131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0 0 16383,'5'98'0,"-1"-1"0,1 0 0,0 1 0,-1-1 0,1 0 0,-1 1 0,1-1 0,-1 0 0,1 1 0,-1-1 0,1 0 0,-1 1 0,1-1 0,-1 0 0,1 1 0,0-1 0,-1 0 0,1 6 0,-1 5 0,1 5 0,-1 2 0,1 2 0,-1-2 0,1-1 0,-1-5 0,0-5 0,1-8 0,-1-9 0,1-11 0,-1-12 0,0-14 0,1-15 0,6 1 0,-4-12 0,-2-5 0,1-7 0,2 10 0,3-4 0,7 16 0,-1-5 0,4 6 0,0 1 0,1-2 0,0-1 0,-5-7 0,-1-6 0,-4-4 0,-3-5 0,-1-4 0,-2-4 0,1-1 0,-2-2 0,1-3 0,0-4 0,0-6 0,1-7 0,3-8 0,15-17 0,23-18 0,-10 21 0,5-3 0,17-11 0,6-2 0,-11 11 0,4 0 0,2-2 0,14-8 0,4-2 0,4-1 0,-13 10 0,4-1 0,1 0 0,1 0 0,6-2 0,3-1 0,-1 1 0,-1 1 0,-5 4 0,0 2 0,-1 0 0,-1 1 0,-6 4 0,-1 1 0,0 0 0,1 0 0,6-4 0,3-1 0,-2 1 0,-8 4 0,17-9 0,-4 1 0,-5 3 0,3-2 0,-11 7 0,-21 12 0,-5 4 0,4-4 0,-2 0 0,28-16 0,-21 10 0,-16 10 0,-14 11 0,-7 3 0,-8 4 0,-5 1 0,-8-2 0,3 3 0,-4 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6T20:47:15.8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121 615 24575,'25'4'0,"23"-2"0,43-2 0,-10 0 0,12 0-1629,-11 0 1,5 0 0,3 0 1628,-11 0 0,2 0 0,2 0 0,0 0-660,1 0 1,1 0-1,-1 0 1,1 0 659,-3 1 0,0 0 0,-1 0 0,-1 0 0,13 0 0,-2 1 0,-2 0 0,-7 0 0,-2 1 0,-3 0 70,26 1 0,-7 0-70,-20-2 0,-3 1-345,-4 0 0,-3 0 345,-11 0 0,-3 0 1811,47 3-1811,-15 3 3272,-32-6-3272,-7 2 1911,-23-3-1911,-3 0 1079,-3 1-1079,-4-1 0,-1-1 0,-1 2 0,-1 0 0,0 2 0,2 2 0,3 0 0,8 4 0,2 2 0,11 8 0,7 4 0,-3-1 0,2 3 0,-4-2 0,0 3 0,3 4 0,-3 1 0,-6-1 0,-3-3 0,-5 1 0,-6 0 0,-1 4 0,-4 8 0,0 11 0,1 18 0,-4 16-773,-4 11 773,-3-45 0,-1 3 0,-1 22 0,0 1-649,0-19 0,0 1 649,0 25 0,0-1 0,-2-21 0,-1-3 0,0 10 0,-2 1 0,-2 0 0,-1 1 0,-1 1 0,0 0 0,0-1 0,1-1 0,-1-8 0,2-1-176,0-7 1,1-2 175,-6 38 0,1-15 0,-1-8 0,0-11 0,-2-12 709,1-8-709,3-8 1322,0-8-1322,2-6 391,0-3-391,-1-3 0,0-1 0,0-2 0,0 0 0,0 0 0,1-1 0,1 0 0,2-3 0,0-1 0,-2-1 0,1-1 0,0 0 0,0 0 0,0 0 0,-2 0 0,-1 0 0,-4 1 0,-1 2 0,-6 2 0,-3 2 0,-8 3 0,-8 3 0,-8 2 0,-8 1 0,-5-1 0,-3-2 0,3-1 0,-1-2 0,0-3 0,3-2 0,0-3 0,5-2 0,0 0 0,-2 0 0,1 0 0,1 0 0,4 0 0,2 0 0,-3 0 0,-3 0 0,-11-4 0,-6-4 0,4-3 0,6 0 0,5-1 0,-15-3 0,22 3 0,-12-2 0,32 5 0,-1-1 0,3 0 0,1-1 0,-4-1 0,-4-3 0,-19-8 0,-15-3 0,-15-5 0,-5 0-525,-1 2 525,1 1 0,7 3 0,4 1 0,14 5 0,11 1 0,9 2 0,5 1 0,-1-3 0,-3-3 0,3-2 0,1 0 525,3 0-525,3 3 0,3-1 0,3 3 0,4-1 0,4 2 0,1 0 0,-1-4 0,-2-6 0,-9-32 0,0-4 0,9 10 0,-1-6-897,0-1 1,0-4 896,-5-18 0,-1-5-1097,2-1 1,0-2 1096,-1-4 0,0-2 0,10 30 0,1 0 0,0 0 0,-5-29 0,2 0 0,0-1 0,2 1 0,3 7 0,0 3-516,3 6 1,0 4 515,3 11 0,1 3-108,1 8 1,1 2 107,-1-37 0,4 11 0,0-11 0,0 13 0,0 13 1463,2 7-1463,1 14 2222,5-3-2222,3 1 1262,3 8-1262,1 4 285,-1 7-285,0 4 0,-3 4 0,0 3 0,0 0 0,-2 0 0,1-1 0,1-2 0,0-3 0,4-5 0,-5 6 0,1-2 0,-3 9 0,-1 0 0,0 3 0,-1 4 0,-3 5 0,-1 3 0,-2 2 0,0 0 0,0 3 0,0 1 0,0 7 0,1 0 0,1 1 0,1-1 0,2-3 0,-1 0 0,1-2 0,0 1 0,1-1 0,3 4 0,4 3 0,30 27 0,-1-8 0,2-1 0,5 3-960,2-1 0,3 1 960,17 11 0,4 4-1088,-16-11 1,1 1 0,1 2 1087,7 3 0,1 0 0,2 2-1039,7 6 0,2 1 1,0-1 1038,-3-1 0,-1 0 0,0-1 0,1-1 0,-1-1 0,0-1 0,-4-2 0,-1-1 0,-1 0-674,-1-4 0,-1 0 0,0 0 674,2 0 0,-1 1 0,0-1 0,-4-4 0,-1 0 0,0 0-66,-5-4 0,-1 1 0,0-2 66,20 14 0,-2-2 581,-6-4 0,-2-2-581,-6-4 0,-2-1 0,-11-8 0,-2-2 0,31 20 2722,-12-7-2722,-7-3 0,9 6 0,-5-4 0,-4-1 0,0 0 0,-3-1 2755,-1 3-2755,1 2 2083,-1 2-2083,6 5 0,7 8 519,-30-26 1,1 1-520,4 4 0,5 2-852,24 23 0,3 1 852,-19-17 0,0-1 0,18 15 0,-3-2-393,-27-23 1,-2-3 392,2 3 0,0 0 0,-3-3 0,-2 0-189,3 0 1,-1-1 188,0 0 0,0 0 0,38 23 0,-4-3 0,-2-4 0,-14-10 493,-4-1-493,-3-4 1809,-9-3-1809,-1 1 873,-6-5-873,-9-4 448,-7-7-448,-6-3 0,-3-2 0,-2-1 0,0 0 0,-3-1 0,-2 0 0,-2-1 0,-1 1 0,-1-1 0,0 1 0,0-1 0,0 1 0,-1-1 0,-6 0 0,-33 5 0,-9-2 0,2-2 0,-6 2-786,-5-1 1,-4 1 785,-17 1 0,-5 0-1058,17-1 0,-2-1 0,-3 0 1058,-10 1 0,-2-1 0,-3 0-1184,-8 0 1,-2 0-1,-2-1 1184,20-1 0,-1 0 0,-2-1 0,0 1-796,-4-1 1,-2 0-1,0 0 1,0-1 795,-3 1 0,-1 0 0,1 0 0,1 0 0,6-1 0,2 0 0,0 0 0,2-1-273,3 0 0,1 0 0,1-1 0,2 1 273,-18-2 0,2 1 0,1-1 0,6 1 0,1-1 0,0 0 92,-2 0 1,1 1 0,1-1-93,8 2 0,2-1 0,3 1 0,-13 1 0,5-1 0,14-1 0,4 0 2386,-33 3-2386,18-3 0,-4 2 3739,16 2-3739,10-1 3329,14 0-3329,11-1 2838,7-2-2838,4 0 0,4 1 0,2-1 0,3 0 0,-1-1 0,2-1 0,-1 0 0,0 0 0,-3 0 0,-7 0 0,-12 2 0,-17 1 0,-18 2 0,-18 0 0,-1-2 0,0 2 0,6-2 0,9 0 0,5 0 0,17-3 0,11 0 0,11 0 0,5 0 0,6 0 0,4-3 0,3-3 0,3-6 0,1-5 0,1-4 0,0-5 0,0 0 0,0-2 0,8-26 0,10 0 0,0 9 0,6-4-1211,9-5 0,6-2 1211,2 2 0,4-5 0,3-1-1278,6-6 0,2-3 0,3 0 1278,-7 10 0,1 0 0,2-1 0,1-1-999,6-4 0,1-1 1,2-1-1,0 1 999,3 0 0,0 0 0,1 0 0,2 0-615,-10 10 1,0 0 0,2 0 0,0 0 0,0 1 614,1 1 0,0-1 0,0 2 0,0-1 0,0 2 0,14-11 0,1 1 0,-1 1 0,0 1-282,-3 2 1,0 1 0,0 1 0,0 1 281,-3 3 0,-1 0 0,0 2 0,0 0 29,-3 3 0,0 1 0,0 2 0,-2 0-29,12-6 0,-1 1 0,-2 2 373,-4 5 0,0 1 0,-2 0-373,-4 4 0,-1 0 0,-3 2 0,13-8 0,-3 4 0,-4 1 0,-2 4 1464,-16 9 0,-2 1-1464,29-13 0,0-1 0,-15 6 3522,-16 8-3522,-13 8 3370,-10 7-3370,-8 2 3016,-4 3-3016,-3 2 376,0 0-376,-1 2 0,1 0 0,-1 0 0,-1 0 0,0 0 0,1-2 0,0 1 0,1-2 0,5-2 0,4-2 0,6-2 0,6-3 0,8-5 0,10-2 0,0-2 0,2 0 0,-2 1 0,-2 0 0,4-1 0,-8 2 0,-1 1 0,1 2 0,-2 0 0,4 1 0,-1 4 0,-1 3 0,1 5 0,0 1 0,-3 2 0,-2 0 0,-6 0 0,-5 3 0,-3 6 0,-2 12 0,4 14 0,17 40 0,6 7-917,-13-21 1,3 4 916,0 1 0,2 2-1348,7 14 1,3 5 1347,-13-23 0,1 2 0,0 1-1005,5 7 1,0 1 0,0 2 1004,3 3 0,0 2 0,0 1 0,1 2 0,-1 2 0,0 0-707,-10-19 1,-1-1 0,0 2 0,0-1 706,0 0 0,-1 0 0,0 1 0,0-1 0,0 1 0,-1 0 0,0 1 0,0-1 0,0 1 0,0 0 0,-1 0 0,-1-2-247,5 15 1,0-2 0,-2 0 246,-3-4 0,-2 0 0,0-2 0,-3-5 0,-2-1 0,0-2 268,7 25 1,-2-2-269,-3-6 0,-3-3 0,-4-18 0,-2-3 0,-5-9 0,-1-1 2225,7 33-2225,2 3 0,-2-6 3390,-4-16-3390,-4-11 2872,-1-14-2872,-3-6 1941,-3-7-1941,2-6 140,-2-3-140,0-4 0,-1-2 0,0-3 0,-1-1 0,0 1 0,-2-3 0,0 2 0,-4-4 0,-1 0 0,-3 0 0,-1-1 0,-2 1 0,1-1 0,0 0 0,1 0 0,0 0 0,1 0 0,-1 1 0,-1 1 0,-2-1 0,-7 3 0,-2 0 0,-4 3 0,-8 4 0,-8 3 0,-11 4 0,-8 2 0,-6-3 0,-10 0 0,-1-2 0,0-3 0,4 0 0,2-1 0,-9 1 0,1 0 0,5-1 0,3-3 0,-18 4 0,21-4 0,20-3 0,-1 0 0,-27 2 0,-13 0-553,-2 0 553,-2 0 0,11-3 0,-4 3 0,2-1 0,7-1 0,-10 1 0,9-2 0,6 0-28,-7 0 28,14-2 0,2 1 0,-14 0 0,10 0 0,-6 0 0,-4 0 0,3 0 0,-18 0-477,43-2 0,-1 0 477,-3 0 0,-2 1 0,-4 0 0,-1-1 0,-1 2 0,-2-1 0,-5 1 0,-1-1 0,-2 1 0,-1 1-437,-3 0 0,-1 1 437,-1 0 0,-1 0-840,1-2 1,-1 0 839,-2 0 0,1 0 0,1 1 0,-2-2 0,8 0 0,-4-1 0,4 0 0,-9 2 0,0 0 0,10-2 0,-4 0 0,5 0 0,-5 0 0,2 0 0,-8 1 0,-1-1 0,0 1 0,0-1 0,0 0 0,1-1 0,0 0 0,0 0 0,2-1 0,1 1 0,3 0 0,1 0-598,1 0 0,0-1 598,2 1 0,1-1 0,3 0 0,1-1 0,0 0 0,2 0 269,10 0 0,2 0-269,-34 0 1218,14 0-1218,18 0 0,7 0 1764,13 0-1764,10 0 1473,7 0-1473,2 0 291,5 0-291,2 0 0,2 0 0,2-2 0,3-2 0,1-3 0,2-3 0,0-2 0,0-5 0,0 1 0,0-5 0,0 0 0,0-9 0,0-19 0,0-25 0,0 21 0,0-4-958,0-14 0,0-4 958,1-13 0,1-4-1014,1 21 0,2-1 1,1-2 1013,2-5 0,3-2 0,1-1-1105,5-9 0,3-1 0,1-1 1105,-2 20 0,0 0 0,3-1 0,1-2-893,6-13 1,2-4-1,2 0 1,0 0 892,1 2 0,0-1 0,1 1 0,1 1 0,1-1 0,0 1 0,2 0 0,0 0 0,2-1 0,1 0 0,1 2 0,-2 5 0,3-3 0,-1 5 0,0 0 0,2 0 0,-1 1 0,1 2-171,-5 9 0,0 2 1,-1 2 170,-4 7 0,0 1 0,1 0 0,2-6 0,2-1 0,-1 3 422,10-18 1,-2 5-423,-7 10 0,-1 3 1095,-7 12 0,-1 3-1095,18-28 0,-4 11 4614,-12 20-4614,-9 13 2725,-9 11-2725,-6 6 1539,-2 5-1539,-2 3 441,-4 1-441,-6 2 0,1 2 0,-3 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6T20:47:25.5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24575,'4'0'0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6T20:47:37.5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6T20:48:13.5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943 3972 24575,'39'18'0,"27"38"0,2 5-1160,-20-12 1,1 3 1159,-12-12 0,0 2 0,25 32 0,0 2 0,-22-25 0,-1 1 0,19 25 0,-3 0 0,-22-28 0,-5-2 0,1-1 0,-2-1 742,14 24-742,-12-12 383,-7-8-383,-3-6 0,-3-3 0,-6-9 1194,-4-8-1194,-3-5 0,0-5 0,0-5 0,0-3 0,-1-1 0,-2 2 0,1 0 0,-1 1 0,1 2 0,4 17 0,6 18 0,4 12 0,3 11 0,1-6 0,-1-2 0,-1-3 0,-3-10 0,-2-7 0,-1-9 0,-3-3 0,3 13 0,13 47 0,-11-37 0,2 5-1086,7 25 0,3 5 1086,0 2 0,2 2-877,-7-20 1,1 1 0,0 0 876,0-1 0,-1 0 0,1 1 0,2 10 0,2 3 0,-1-1 0,-2-4 0,1 0 0,-1 0 0,1-2 0,-1 1 0,1-1 0,-1 4 0,0-1 0,-1-2 0,-2-12 0,-1-1 0,-1 0-558,0 1 0,0 2 0,-1-2 558,6 26 0,-2-4-322,-4-15 0,-1-4 322,-4-9 0,0-4 1585,6 32-1585,-4-22 2506,-1-8-2506,-4-20 2086,-3-13-2086,0-9 942,-2-4-942,1-2 0,0-4 0,1-2 0,1-3 0,0 0 0,7-1 0,15-6 0,30-7 0,-12 3 0,11-2-1298,14 0 1,15-2-1,6 0 1,-5 1 1297,6-2 0,-2 1 0,7-1 0,-10 3 0,8-1 0,3 0 0,-1 0 0,-7 2 0,-2 0 0,-4 1 0,-2 1 0,1-1 0,2 1 0,0-1 0,-1 1 0,0 0-827,-5 2 1,-1 0 0,0 0 0,-1 0 826,0 0 0,0 0 0,-1 0 0,-1 0 0,18-1 0,-2 2 0,0-1-559,-3 1 0,-1 0 1,-3 1 558,-14 1 0,-2 1 0,-4 0-259,18-1 0,-7 2 259,-14 0 0,-5 1 3270,38-2-3270,-13 2 3601,-21 1-3601,-17 1 2710,-15-1-2710,-11-1 1024,-6 0-1024,-5-1 84,-2 1-84,2-2 0,-2 0 0,-1 0 0,-2-2 0,0-1 0,5-6 0,7-6 0,11-12 0,8-15 0,0-10 0,1-9 0,-10 16 0,1-3-419,8-26 419,-8 22 0,-1-1 0,5-27 0,-13 34 0,-2-4-1085,1-6 0,-2-6 1085,-4 4 0,-2-6 0,-1-6-1482,-2-9 0,-1-7 1,-2-6-1,-4-4 1482,-2 15 0,-2-5 0,-2-3 0,-1-2 0,-2-1 0,-1 0-567,0 6 1,0-2 0,-2-1 0,-1 0 0,-1 0 0,0 1 0,-1 0 566,-1 3 0,-1 0 0,0-1 0,-1 2 0,-1 1 0,0 2 0,-1 2-389,-7-16 1,-1 1 0,-1 4 0,0 4 0,2 4 388,0 5 0,0 5 0,0 3 0,1 1-169,-7-16 1,1 3 0,0 2 168,2 4 0,0 2 0,0 1 513,2 3 0,-1 2 0,0 0-513,-1-1 0,-1-1 0,1 5 0,-5-9 0,1 7 0,7 13 0,0 6 3514,-17-28-3514,13 30 3691,-8-10-3691,4 7 3192,2 3-3192,1 2 2989,5 7-2989,2 4 0,4 6 0,6 9 0,2 3 0,3 3 0,0-2 0,-3 1 0,-12-11 0,5 7 0,-13-7 0,8 10 0,-11-5 0,-9 3 0,-9 2 0,-13 6 0,-27 6-880,36 4 1,-4 0 879,-12 1 0,-4 0 0,-11 0 0,-3 3-983,28 0 1,-1 2-1,-1 1 983,-8 2 0,-3 2 0,0 1-1026,-6 1 1,-2 2 0,-1 1 1025,-3 3 0,-2 0 0,-1 1 0,21-5 0,-1 2 0,1-1 0,-1 0-922,-1 1 1,-1-1 0,1 1-1,0-1 922,-20 5 0,0-1 0,1 1 0,-2 0 0,0-1 0,2 0-260,8-1 0,1-1 1,1 0 259,3-1 0,1 1 0,-1 0 0,-1 1 0,-1 0 0,1-1 0,4 1 0,0 0 0,0 0 0,-1 0 0,-1 1 0,1 0 73,7-1 0,1 0 0,2 0-73,-28 7 0,5-1 745,18-4 0,4-1-745,11-2 0,4 0 3879,-38 13-3879,20-3 0,5 1 2730,15-1-2730,10 0 2583,-1 10-2583,16-8 1074,-6 14-1074,15-3 273,-3 13-273,0 16 0,1 10-757,-2 17 757,12-44 0,0 1 0,1 5 0,0 1 0,1 5 0,0 2-714,1 2 1,2 1 713,0 7 0,2 0 0,1 3 0,1 1 0,0 2 0,3 0-1152,6 12 1,5 1 1151,7 2 0,6 0 0,-1-31 0,3 1 0,3-2 0,3-1 0,4-1 0,2-2 0,5-1 0,3-2 0,3 1-1135,7 5 0,5 0 0,2 1 1135,-11-14 0,3 0 0,1 0 0,2 0 0,8 6 0,1-1 0,3 0 0,1-1-787,1-1 0,2-1 0,1-1 0,1-2 787,2-1 0,1-1 0,1-2 0,1-2 0,1-2 0,1-2 0,3-3 0,2-2 0,-9-7 0,1-3 0,3-1 0,1-2 0,1-1-527,7-1 0,1-2 0,2-2 0,1-1 1,0-1 526,-12-4 0,2 0 0,0-1 0,0-2 0,2-1 0,-1-2-267,4-1 1,1-2-1,1-1 1,0-3-1,0-2 1,0-3 266,1-2 0,-1-3 0,1-3 0,0-1 0,0-4 0,1-1-112,-10 0 0,0-2 0,0-2 0,1-2 1,-1-2-1,1-1 0,-1-2 112,3-3 0,1-3 0,-1-1 0,0-2 0,0-2 0,-1-1 0,0-2-41,-11 5 0,1-1 0,-2-1 0,1-2 0,-1-1 0,0-2 0,0-3 0,1-3 41,-8 3 0,2-4 0,1-2 0,0-2 0,-1-2 0,0 0 0,-3-2 0,-1 0 0,-3 1 0,-2 0 0,2-6 0,-3 0 0,-3 0 0,-2 0 0,-1-2 0,-2-2 0,0-2 0,1-4 0,-4 3 0,2-3 0,0-3 0,0-2 0,-2-2 0,-1 0 0,-3-1 0,-3 0 0,-5 1 0,-4 2 0,-3-9 0,-5 0 0,-5 1 0,-3 0 0,-3-1 0,-1 0 0,-2 0 0,1-1 0,0-2 0,0-2 0,-2 0 0,-1 0 0,-2 0 0,-2 0 0,-3 1 0,-4 2 0,-2 5 0,-2 1 0,-3 0 0,-1 1 0,-3 0 0,-2 2 0,-2 0 0,-2 1 0,-4-8 0,-2 0 0,-3 2 0,-2 0 0,-3 3 0,-3 1 0,-2 3 0,-2 5 0,-3 3 0,-3 1 0,-2 2 0,-2 2 0,-2 1 0,-2 2 0,-2 0 0,-2 2 0,-2 1 0,-2 2 0,-2 2 0,-2 4 0,-2 3 0,-13-4 0,-3 4 0,-2 5 0,-3 2 0,-1 5 0,-1 2 0,10 8 0,0 3 0,-1 1 0,-2 4 0,-2 3 0,-2 4 0,-2 4 0,-3 4 0,-4 4 0,-1 4 0,-2 3 0,-2 4 0,-1 2 0,1 2 0,-1 3 0,13-1 0,0 3 0,-2 2 0,0 2 0,0 2 0,-1 2 0,1 0 0,0 2 0,1 1 0,1 0 0,1 2 0,0 0 0,0 1 0,0 2 0,1 1 0,0 1 0,1 1 0,0 2 0,1 2 0,1 0 0,-2 3 0,0 2 0,0 1 0,1 2 0,1 1 0,0 1 0,1 2 0,2 0 0,2 1 0,1 1 0,-2 4 0,1 2 0,3 1 0,1 0 0,1 2 0,1 1 0,1 1 0,0 1 0,1-1 0,2 2 0,0 1 0,1 0 0,1 2 0,1 0 0,0 0 0,2 1 0,0-2 0,1 1 0,-4 3 0,1 0 0,0 0 0,2-1 0,0 1 0,3 0 0,1-1 0,3 0 0,1 1 0,1 1 0,1 0 0,3-1 0,3-1 0,1 0 0,4-2 71,-4 9 1,4-1 0,3-1-1,3-1 1,3 0-72,2 4 0,4-1 0,3 1 0,0 2 0,-1 12 0,2 3 0,2 2 0,3-2 0,4-7 0,2 0 0,4 0 0,2 0 0,2-1 0,2 1 0,5-2 0,8 0 145,7-3 1,8-1-1,6-2 1,7-5-146,8-7 0,6-5 0,8-4 0,8-4 0,7-5 0,9-6 0,7-2 0,4-4 0,0-1 0,-8-6 0,2-2 0,3-3 0,1-1 0,2-2 0,1-3-58,-6-3 0,1-2 0,2-2 1,1-2-1,2-1 0,0-2 0,1 0 58,-6-2 0,2 0 0,1-2 0,1-1 0,0-1 0,0-1 0,0-2 0,0-1 0,0-2 0,-1-2 0,1-1 0,-1-1 0,1-2 0,0-1 0,1-1 0,1-1 0,-6 0 0,1-2 0,1 0 0,1-2 0,-1-1 0,1-1 0,-1 0 0,0-2 0,-1-2-60,-1 0 1,0-1-1,-1-1 1,1-1 0,-1-1-1,-1-2 1,0 0 0,-1-2-1,-1-1 60,-1-1 0,-1-2 0,0-2 0,0-1 0,-1 0 0,-2-1 0,-2 1 0,-2 1 0,-3 0 0,13-5 0,-3 1 0,-4 1 0,-1-1 0,-2-1 0,-1-3 0,0-3 0,0-2 0,-1-2 0,-3-1 0,-5 2 0,-7 1 292,15-19 0,-11 2 0,-3-3-292,3-4 0,-3-2 0,-9-2 527,-13 4 1,-7-1-1,-18 1-527,-27-20 0,-28 7 0,-11 29 0,-16 8 0,-12 6 0,4 14 0,-12 5 0,-6 4 0,-4 3 0,-1 2 0,7 2 0,-2 2 0,-2 2 0,-3 3 0,0 1 0,-3 4 0,18 2 0,-2 1 0,-2 2 0,0 2 0,-1 1 0,-1 2 0,1 2 0,-1 1 0,-6 3 0,-1 2 0,-1 2 0,0 1 0,0 3 0,0 1 0,1 3 0,1 1-129,11 0 1,1 1 0,1 2 0,-1 2-1,1 1 1,0 1 0,0 1 0,0 2 0,0 1 128,-5 4 0,-1 1 0,-1 1 0,1 2 0,0 1 0,1 2 0,0 0 0,2 2 0,1 0-145,2 0 0,1 2 0,0 1 0,1 1 0,1 0 1,2 1-1,1 1 0,1-1 0,3 1 145,0 0 0,2 1 0,1 0 0,2 0 0,2 1 0,1 0 0,3 1 0,1 0 0,-10 15 0,3 0 0,3 1 0,2 0 0,4 1 0,3-1 0,-1 9 0,3 0 0,5 0 0,3 0 0,4-2 113,1 7 1,5-2-1,4 0 1,2 1-114,0-1 0,3 1 0,4 0 0,5-1 0,8-3 0,4 0 0,5-1 0,7-1 0,6-3 0,6-1 0,6-1 0,5-1 0,8 5 0,4 0 0,9-3 0,9-5 0,7-10 0,9-3 0,8-4 0,3-4 0,2-4 0,-9-9 0,4-4 0,1-3 0,3-2 0,2-3 0,1-1 0,-4-4 0,2-1 0,2-2 0,1-2 0,1-2 0,1-3 0,1-1 0,-5-3 0,1-2 0,2-2 0,0-2 0,0-1 0,1-3 0,-1-2 0,0-1 0,-1-4 0,0-1 0,-1-3 0,1-2 0,0-2 0,0-1 0,0-2 0,0-1 0,-5 0 0,1-2 0,0-1 0,1-1 0,-1-2 0,-1 0 0,0-2 0,-2 0 0,-2-2-57,3-1 0,-1-2 1,-2-1-1,0-1 0,-2-2 1,-2 0-1,-1-1 0,-1-2 57,2-3 0,-1-1 0,-2-2 0,-1-1 0,-3-1 0,-1-1 0,-3 0 0,4-6 0,-3 0 0,-1-2 0,-4 0 0,-2-2 0,-3 1 0,2-7 0,-4-1 0,-4 0 0,-1-1 0,-3-1 199,9-14 0,-2-1 0,-5-2 0,-7-1-199,-9-5 0,-5-3 0,-7 1 0,-8 8 0,-5 8 0,-8 7 0,-10-2 397,-13-18 1,-14-2 0,-13 17-398,-12 30 0,-11 13 0,-6 3 0,4 3 0,-6 3 0,-3 2 0,-3 5 0,7 4 0,-3 3 0,-2 3 0,-1 4 0,-1 3 0,-7 5 0,-1 4 0,-1 4 0,0 3 0,1 2 0,0 2 0,1 2 0,0 3 0,2 3 0,0 3 0,2 4 0,0 3 0,2 3 0,1 1 0,4 2-36,9-4 1,2 3-1,2 0 1,2 0-1,5 0 36,-22 17 0,7 0 0,4 0 123,10-7 1,2 1-1,7-2-123,-2 7 0,7 0 1295,5-1 0,5-1-1295,1-1 0,14-2 4044,37 28-4044,35-49 0,21-12 0,6-12 0,10-10 0,4-4-346,-9-2 0,4-4 0,2-3 1,2-4 345,-4-3 0,2-2 0,1-4 0,1-2 0,-2-2-562,2-4 1,-1-1 0,0-3-1,0-2 1,0-2 561,-11 3 0,0-1 0,0-2 0,-1-1 0,0-1 0,-1 1-510,12-9 1,0-1 0,-1-1-1,-2 0 1,-3-1 509,-9 4 0,-1-1 0,-3-1 0,0 0 0,-2 0-283,12-12 0,-1 0 0,-4 0 0,-4 0 283,2-9 0,-5 0 0,-5-1 411,-7 3 0,-4-1 1,-8 2-412,5-19 0,-26 6 0,-47 13 0,-30 10 0,-15 22 0,-20 10 0,-9 9 0,14 11 0,-7 5 0,-5 6 0,-5 3 0,-3 3 0,22 0 0,-2 2 0,-3 2 0,-2 2 0,-2 2 0,0 2 0,-2 1 0,0 2 0,10-1 0,-3 2 0,0 2 0,-1 1 0,-1 1 0,0 1 0,-1 2 0,1 0 0,1 1 0,0 0 0,1 1 0,0 0 0,1 1 0,0 1 0,0 1 0,0 1 0,-1 1 0,0 2 0,-2 3 0,-1 1-77,7-1 0,-2 2 0,-2 3 1,-2 2-1,-1 1 0,0 1 0,1 1 1,0 0-1,3-1 0,2-1 0,3-1 1,4-2-1,4-2 77,-19 11 0,7-3 0,4-1 0,3-2 0,1 1 0,-1 3 0,-3 2 0,8-4 0,-5 3 0,-1 2 0,-1 2 0,2-1 0,3-1 0,5-2 0,8-3 0,8-5 0,-16 22 0,15-6 0,0 1-140,-11 9 0,0 1 1,2 1 139,5-2 0,2 1 0,4-1 653,0-7 0,4 1 0,22-3-653,30 11 0,32-12 0,37-34 0,30-20 0,10-10 0,-28-5 0,7-5 0,5-6 0,4-5 0,4-2 0,1-1 0,-24 4 0,3-2 0,3-2 0,1-1 0,2-2 0,0-1 0,1-1 0,0-2 0,-1 1 0,0-2 0,3-1 0,-1-2 0,1 0 0,1-2 0,-1-1 0,0 0 0,0-2 0,0-1 0,0-1 0,0 0 0,-4 0 0,0-1 0,1-2 0,0 0 0,0-2 0,-1 0 0,0 0 0,-2-1 0,0 1 0,-1 0 0,-3 0-107,1 0 0,-1-1 0,-1 0 0,-1 1 0,-1-1 0,-1 0 0,-2 0 0,-1 1 0,-2 0 0,-2 2 107,12-11 0,-3 1 0,-2 1 0,-3 0 0,-1 1 0,-2 0 0,-3 2 0,13-9 0,-2 0 0,-4 1 0,-5 3 0,-6 3-311,4-7 1,-9 4 0,-2 0 310,-5 6 0,-3 0 0,-1 0 907,17-24 1,-6-1-908,-2 6 0,-26 2 0,-47 17 0,-25 10 0,-20 20 0,-20 14 0,-5 6 0,3 4 0,-6 7 0,-4 3 0,-3 4 0,16-1 0,-4 2 0,-1 3 0,-2 2 0,-1 2 0,0 2 0,5 1 0,-2 2 0,-1 2 0,0 2 0,0 1 0,0 1 0,2-1 0,1 1 0,0 1 0,1 0 0,0 1 0,1 0 0,1 1 0,1 0-72,-9 4 1,1 1 0,0 0-1,2 1 1,4-2 0,2 0 71,4 0 0,1-1 0,4-1 0,3 0 0,4-1-215,-14 10 0,7-1 0,2 1 215,3 0 0,1 0 0,4 1 661,6-3 1,2 0 0,4 1-662,-20 16 0,21-1 0,53 20 0,47-59 0,32-15 0,14-8 0,-24-4 0,12-7 0,8-3 0,6-4 0,2-2 0,1-1 0,-3 1 0,-6 1 0,-1 1 0,-2 0 0,-3-1 0,1 0 0,1-1 0,3-2 0,6-3-63,-15 2 1,5-1 0,4-1 0,3-2-1,0-1 1,1 0 0,0-2 0,-3 0-1,-2 0 1,-5 0 0,-5-1 62,15-7 0,-6-1 0,-3-1 0,-3 0 0,-2-1 0,0 0 0,0 0-186,-4 2 0,0-1 1,-1 1-1,-1-1 1,-1-1-1,-1 1 1,-1-1 185,5-4 0,0 0 0,-2 0 0,-1-1 0,-2-1 0,-3-1 0,8-7 0,-4-1 0,-1-2 0,-3 0 0,-1-1 0,-5 2 0,-3-1 0,0-1 0,-3 0 0,-3 0-117,8-9 1,-2-1 0,-5 0 0,-7 1 116,0-10 0,-8-1 0,-23 7 713,-30-5 0,-30 12-713,-27 23 0,-25 14 0,-9 5 0,16 8 0,-6 4 0,-5 4 0,-5 4 0,-2 3 0,11 4 0,-4 3 0,-2 2 0,-3 4 0,0 1 0,0 1 0,0 1 0,10 0 0,-1 0 0,0 1 0,0 2 0,-1 1 0,1 2 0,0 2 0,0 1 0,-2 3 0,-1 2 0,1 3 0,-1 1 0,2 1 0,0 1 0,1 1 0,3 1 0,4-2 0,2 2 0,0 1 0,1 1 0,1 0 0,3 0 0,1-1 0,3 0-126,-8 4 0,3 0 0,2 0 0,2 0 0,2-2 0,2 1 126,-3 1 0,1 0 0,2-1 0,4-1 0,6-2-50,-6 9 1,8-2-1,0 1 50,-2 1 0,1 2 0,0 0 0,-1 3 0,1 0 0,2 1 761,2-3 0,2 2 0,16-1-761,16 12 0,29-7 0,39-26 0,29-11 0,9-5 0,-8-4 0,8-3 0,6-3 0,5-2 0,4-3 0,-17-3 0,4-1 0,3-3 0,3-1 0,1-1 0,2-2 0,-1 1 0,-1-2-80,-5 1 1,2-1-1,0-1 1,0 0-1,1-2 1,0 0 0,-1-1-1,-1 0 1,0-1 79,7-2 0,1-1 0,-1-1 0,0-1 0,-1-1 0,-2 0 0,-1 0 0,-3-2-179,2-1 1,-2 0 0,0-2 0,-3 0 0,-3-1 0,-2 1-1,-4 1 179,3-4 0,-4 1 0,-3 0 0,-2 0 0,2-2-349,18-9 0,0-2 1,-1 0-1,-2-1 349,-8 4 0,-2-1 0,-1-1 0,-2-4 310,0-5 0,-1-4 0,-4-2 1,-8 3-311,-2 2 0,-8 1 0,-23-3 0,-36-28 0,-39 9 0,-11 43 0,-20 13 0,-11 7 0,-2-1 0,13-1 0,-4 1 0,-4 0 0,-2 2 0,-3 1 0,-2 3 0,10 1 0,-3 1 0,-2 2 0,-2 1 0,-1 1 0,-1 1 0,-1 2 0,-1 1-19,-1 1 0,-2 2 0,-2 2 0,0 0 0,-2 2 0,1 1 0,-1 1 0,2 1 0,0 1 19,2 1 0,0 0 0,0 2 0,1 1 0,-1 1 0,1 1 0,0 1 0,0 2 0,0 1-40,6 0 0,0 1 1,-1 2-1,1 0 1,-1 2-1,2 1 1,-1 0-1,2 1 1,1 0-1,2 1 40,-3 1 0,2 1 0,0 1 0,2 0 0,0 1 0,1 0 0,1 1 0,1 1 0,1 0-140,-5 4 0,0 2 0,2 0 0,1 1 1,0 0-1,2 0 0,1 0 0,1 0 140,-3 2 0,1 1 0,0 0 0,3 0 0,1-1 0,4 0 0,3-1 0,-4 5 0,3-1 0,5-1 0,1-1 0,1 0 242,-6 6 0,2-2 0,3 0 0,7-2-242,4 1 0,6-1 0,3 0 997,-16 24 0,9 0-997,7-6 0,27-7 0,66-11 0,36-14 0,-20-20 0,11-8 0,7-4 0,5-2 0,-5-1 0,7-2 0,4-2 0,4-2 0,4-1 0,1-2 0,-17 1 0,2-2 0,3 0 0,2-2 0,2 0 0,0-1 0,2-1 0,0-1 0,0-1 0,-9 0 0,2 0 0,0-2 0,1 0 0,1-1 0,0-1 0,1 0 0,-1-1 0,1 0 0,0-1 0,0 0 0,2-1 0,2-1 0,0 0 0,0-1 0,0 0 0,1-1 0,-1 0 0,-1-1 0,-1 0 0,-1 0 0,-1-1-135,1 0 0,0-1 0,-1-1 0,-1 0 0,-1 0 0,-1-1 0,0 0 0,-2 0 0,0-1 0,-1 0 135,2-2 0,0-1 0,-1 0 0,0-1 0,-2 0 0,-2 0 0,-1 0 0,-2 0 0,-2 0-231,5-3 1,-3 0 0,-1 1 0,-3-1 0,-1 0-1,-1-1 1,0 1 230,4-4 0,0 1 0,-2-1 0,-2 0 0,0-1 0,-2-1 74,10-7 1,-1-2-1,-2-1 1,-4 0-1,-6 0-74,-3-1 0,-6 0 0,-4-2 0,-3 0 490,12-15 1,-5-1-1,-21-2-490,-20-23 0,-36 8 0,-31 37 0,-24 9 0,-13 6 0,2 7 0,-11 6 0,-9 2 0,-5 3 0,-2 1 0,25 4 0,-2 0 0,-2 1 0,-3 1 0,-2 2 0,-4 1 0,-3 3 0,-3 3 0,16 2 0,-5 2 0,-4 1 0,-2 3 0,-3 1 0,-1 1 0,-1 1 0,-1 0 0,2 1 0,1 1 0,2-1 0,3 0 0,4-1 0,-7 2 0,3-1 0,2 0 0,2 0 0,1 1 0,0 1 0,1 1 0,-2 1 0,-1 1 0,-2 2-42,6 1 1,-3 0 0,-3 2 0,-1 1 0,0 1-1,0 1 1,1 0 0,2 1 0,4 1 0,3 0-1,5 0 1,5 0 41,-21 11 0,8 2 0,6 1 0,3 0 0,3 0 0,-1 0 0,-5 2 0,2 1 0,3 0 0,0 0 0,1 1-222,0 1 0,2 2 0,0-1 0,1 1 0,3-1 222,-9 6 0,2 0 0,2 0 0,2 0 230,3-2 1,3 1 0,1 0 0,3 1-231,-13 12 0,4 0 0,15 1 1029,9 6 0,30 0-1029,51 5 0,37-7 0,-1-31 0,19-7 0,11-6 0,5-1 0,-21-6 0,6-3 0,5-1 0,4-2 0,2-1 0,0 0 0,1 0 0,-16-2 0,3-1 0,0 0 0,2-1 0,0 0 0,1-1 0,0 0 0,0 0 0,1-1-45,4 0 0,1 0 1,2-1-1,-1 0 0,1-1 1,-1 0-1,0-1 1,-2 0-1,-1 0 45,3-1 0,0 0 0,-1-1 0,0 0 0,-3 0 0,-1-2 0,-2 1 0,-4-1-111,8-1 1,-4-1 0,-3 0 0,-1-1 0,-4 0-1,-1-1 111,22-2 0,-3-1 0,-7-1 0,-9-2-174,16-10 0,-11-3 174,2-2 0,-2-4 0,0-3 0,-3-4 0,-4-3 0,-9-5 1391,-17-2 0,-21-5-1391,-36 2 0,-20 1 0,-28-3 0,-18 4 749,7 12 1,-7 2 0,-2 3-750,-3 2 0,-2 3 0,-1 3 0,-1 2 0,-2 3 0,0 2 0,2 5 0,0 2 0,-1 2 0,-7 5 0,-1 2 0,7 0 0,4-2 0,6 2 0,4 2 0,-1 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6T20:48:19.9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6T20:48:41.564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0 1 16383,'0'0'0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6T20:48:49.490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1481 1 16383,'21'2'0,"20"19"0,8 11 0,5 5 0,6 8 0,0 1 0,5 7 0,5 6 0,-8-4 0,4 5 0,2 4 0,1 3 0,-3 0 0,0 4 0,-2 2 0,0 1 0,0 1 0,2 0 0,-7-10 0,2 1 0,0-1 0,0 2 0,-2-1 0,-3 0 0,4 11 0,-2 1 0,-2 0 0,-2-2 0,-4-4 0,0-2 0,-4-3 0,-1-1 0,0 1 0,0 2 0,1 1 0,-2 1 0,-1-1 0,-3-3 0,-1 0 0,-1 0 0,0-1 0,10 22 0,-1-1 0,-2 0 0,-2-2 0,-3 0 0,0-1 0,-1-3 0,0 1 0,-2-3 0,-3-7 0,-1-2 0,-1-1 0,-1-2 0,-1 0 0,0-3 0,8 22 0,-3-4 0,-6-11 0,-2-4 0,-1 0 0,0-3 0,-7-13 0,0-2 0,17 43 0,-6-11 0,-10-22 0,-6-16 0,-5-14 0,-2-11 0,-3-6 0,-2-5 0,-1-6 0,-5-6 0,1-2 0,-3 0 0,3 2 0,0 2 0,-2 0 0,-3-2 0,-1-1 0,-6-3 0,-22-7 0,-8 3 0,-10-2 0,-25-6 0,-11-2 0,5 2 0,-7-2 0,-5-1 0,25 5 0,-2-1 0,-4 0 0,-1-2 0,-1-1 0,4 1 0,-3-2 0,-1 0 0,-1-2 0,0 1 0,0-1 0,-1-1 0,-1-1 0,0 0 0,0 0 0,1-1 0,-1-1 0,1 0 0,0 0 0,-1-1 0,2-1 0,0 1 0,3 1 0,-5-2 0,2 0 0,2 0 0,1 1 0,2 0 0,-7-3 0,2 1 0,1 0 0,1 1 0,3 1 0,0 2 0,1 0 0,3 1 0,-11-3 0,4 3 0,1-1 0,3 2 0,1 0 0,3 2 0,-17-4 0,3 3 0,11 5 0,5 2 0,-24-4 0,13 9 0,40 9 0,7 2 0,10 2 0,10 1 0,8-1 0,7 1 0,6-1 0,0-2 0,2-2 0,-3 0 0,0-1 0,1-1 0,-1 1 0,-1-1 0,-1 1 0,-3-1 0,-1 0 0,1 3 0,-1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6T20:49:01.606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1900 5207 16383,'-42'-82'0,"0"0"0,-1-1 0,1 1 0,0 0 0,0-1 0,0 1 0,0 0 0,0 0 0,0-1 0,-4-6 0,2 3 0,1 3 0,1 1 0,1 0 0,-1 1 0,1-2 0,-2-3 0,-2-3 0,1-1 0,0 2 0,3 4 0,4 6 0,4 10 0,-4-10 0,7 12 0,-3-8 0,-1 1 0,-4-10 0,-1-2 0,3 4 0,6 11 0,-5-19 0,6 6 0,8 20 0,0-1 0,1-2 0,-1-4 0,2-2 0,0 1 0,2 2 0,2 2 0,0-1 0,2 1 0,1 1 0,-1 0 0,-6-31 0,0 3 0,4 18 0,1 2 0,-1 2 0,0 2 0,2 9 0,1 4 0,-8-32 0,-2 0 0,3 14 0,0 3 0,0-6 0,0-9 0,-1-6 0,3 7 0,2 4 0,2 14 0,2 9 0,3 8 0,2 15 0,2 10 0,2 10 0,-1 6 0,-1 6 0,3 3 0,-1 2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6T20:49:02.173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0 1 16383,'0'3'0,"0"0"0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8/16/26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8/16/26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8/16/26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8/16/26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8/16/26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22673" y="940987"/>
            <a:ext cx="5737842" cy="319921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8/16/26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7.png"/><Relationship Id="rId18" Type="http://schemas.openxmlformats.org/officeDocument/2006/relationships/customXml" Target="../ink/ink9.xml"/><Relationship Id="rId26" Type="http://schemas.openxmlformats.org/officeDocument/2006/relationships/image" Target="../media/image14.png"/><Relationship Id="rId3" Type="http://schemas.openxmlformats.org/officeDocument/2006/relationships/image" Target="../media/image2.png"/><Relationship Id="rId21" Type="http://schemas.openxmlformats.org/officeDocument/2006/relationships/image" Target="../media/image11.png"/><Relationship Id="rId7" Type="http://schemas.openxmlformats.org/officeDocument/2006/relationships/image" Target="../media/image4.png"/><Relationship Id="rId12" Type="http://schemas.openxmlformats.org/officeDocument/2006/relationships/customXml" Target="../ink/ink6.xml"/><Relationship Id="rId17" Type="http://schemas.openxmlformats.org/officeDocument/2006/relationships/image" Target="../media/image9.png"/><Relationship Id="rId25" Type="http://schemas.openxmlformats.org/officeDocument/2006/relationships/customXml" Target="../ink/ink12.xml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0" Type="http://schemas.openxmlformats.org/officeDocument/2006/relationships/customXml" Target="../ink/ink10.xml"/><Relationship Id="rId29" Type="http://schemas.openxmlformats.org/officeDocument/2006/relationships/image" Target="../media/image5.svg"/><Relationship Id="rId1" Type="http://schemas.openxmlformats.org/officeDocument/2006/relationships/slideLayout" Target="../slideLayouts/slideLayout5.xml"/><Relationship Id="rId6" Type="http://schemas.openxmlformats.org/officeDocument/2006/relationships/customXml" Target="../ink/ink3.xml"/><Relationship Id="rId11" Type="http://schemas.openxmlformats.org/officeDocument/2006/relationships/image" Target="../media/image6.png"/><Relationship Id="rId24" Type="http://schemas.openxmlformats.org/officeDocument/2006/relationships/image" Target="../media/image13.png"/><Relationship Id="rId5" Type="http://schemas.openxmlformats.org/officeDocument/2006/relationships/image" Target="../media/image3.png"/><Relationship Id="rId15" Type="http://schemas.openxmlformats.org/officeDocument/2006/relationships/image" Target="../media/image8.png"/><Relationship Id="rId23" Type="http://schemas.openxmlformats.org/officeDocument/2006/relationships/customXml" Target="../ink/ink11.xml"/><Relationship Id="rId28" Type="http://schemas.openxmlformats.org/officeDocument/2006/relationships/image" Target="../media/image4.svg"/><Relationship Id="rId10" Type="http://schemas.openxmlformats.org/officeDocument/2006/relationships/customXml" Target="../ink/ink5.xml"/><Relationship Id="rId19" Type="http://schemas.openxmlformats.org/officeDocument/2006/relationships/image" Target="../media/image10.png"/><Relationship Id="rId4" Type="http://schemas.openxmlformats.org/officeDocument/2006/relationships/customXml" Target="../ink/ink2.xml"/><Relationship Id="rId9" Type="http://schemas.openxmlformats.org/officeDocument/2006/relationships/image" Target="../media/image5.png"/><Relationship Id="rId14" Type="http://schemas.openxmlformats.org/officeDocument/2006/relationships/customXml" Target="../ink/ink7.xml"/><Relationship Id="rId22" Type="http://schemas.openxmlformats.org/officeDocument/2006/relationships/image" Target="../media/image2.svg"/><Relationship Id="rId27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26007" y="974055"/>
            <a:ext cx="135953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65" dirty="0">
                <a:latin typeface="Arial MT"/>
                <a:cs typeface="Arial MT"/>
              </a:rPr>
              <a:t>Semaine</a:t>
            </a:r>
            <a:r>
              <a:rPr sz="900" spc="35" dirty="0">
                <a:latin typeface="Arial MT"/>
                <a:cs typeface="Arial MT"/>
              </a:rPr>
              <a:t> </a:t>
            </a:r>
            <a:r>
              <a:rPr sz="900" spc="-165" dirty="0">
                <a:latin typeface="Arial MT"/>
                <a:cs typeface="Arial MT"/>
              </a:rPr>
              <a:t>37—</a:t>
            </a:r>
            <a:r>
              <a:rPr sz="900" spc="-35" dirty="0">
                <a:latin typeface="Arial MT"/>
                <a:cs typeface="Arial MT"/>
              </a:rPr>
              <a:t> </a:t>
            </a:r>
            <a:r>
              <a:rPr sz="900" spc="-45" dirty="0">
                <a:latin typeface="Arial MT"/>
                <a:cs typeface="Arial MT"/>
              </a:rPr>
              <a:t>07/09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spc="-60" dirty="0">
                <a:latin typeface="Arial MT"/>
                <a:cs typeface="Arial MT"/>
              </a:rPr>
              <a:t>au</a:t>
            </a:r>
            <a:r>
              <a:rPr sz="900" spc="-4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11/09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0CDFE0-BB6A-2A05-DB2B-981FC0D8CCD0}"/>
              </a:ext>
            </a:extLst>
          </p:cNvPr>
          <p:cNvSpPr/>
          <p:nvPr/>
        </p:nvSpPr>
        <p:spPr>
          <a:xfrm>
            <a:off x="1187450" y="1765300"/>
            <a:ext cx="2286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83A7199-58C8-9595-FF4A-78351EBEF012}"/>
              </a:ext>
            </a:extLst>
          </p:cNvPr>
          <p:cNvSpPr txBox="1"/>
          <p:nvPr/>
        </p:nvSpPr>
        <p:spPr>
          <a:xfrm>
            <a:off x="2391508" y="2080009"/>
            <a:ext cx="1691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Encre 6">
                <a:extLst>
                  <a:ext uri="{FF2B5EF4-FFF2-40B4-BE49-F238E27FC236}">
                    <a16:creationId xmlns:a16="http://schemas.microsoft.com/office/drawing/2014/main" id="{34511B91-701B-67F7-5D95-6124AD32EF8B}"/>
                  </a:ext>
                </a:extLst>
              </p14:cNvPr>
              <p14:cNvContentPartPr/>
              <p14:nvPr/>
            </p14:nvContentPartPr>
            <p14:xfrm>
              <a:off x="1599294" y="1693274"/>
              <a:ext cx="2692080" cy="1556280"/>
            </p14:xfrm>
          </p:contentPart>
        </mc:Choice>
        <mc:Fallback xmlns="">
          <p:pic>
            <p:nvPicPr>
              <p:cNvPr id="7" name="Encre 6">
                <a:extLst>
                  <a:ext uri="{FF2B5EF4-FFF2-40B4-BE49-F238E27FC236}">
                    <a16:creationId xmlns:a16="http://schemas.microsoft.com/office/drawing/2014/main" id="{34511B91-701B-67F7-5D95-6124AD32EF8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93174" y="1687154"/>
                <a:ext cx="2704320" cy="156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Encre 7">
                <a:extLst>
                  <a:ext uri="{FF2B5EF4-FFF2-40B4-BE49-F238E27FC236}">
                    <a16:creationId xmlns:a16="http://schemas.microsoft.com/office/drawing/2014/main" id="{FB2CF14C-FA49-5029-C74B-3E75FD511B4A}"/>
                  </a:ext>
                </a:extLst>
              </p14:cNvPr>
              <p14:cNvContentPartPr/>
              <p14:nvPr/>
            </p14:nvContentPartPr>
            <p14:xfrm>
              <a:off x="2619174" y="6026594"/>
              <a:ext cx="360" cy="360"/>
            </p14:xfrm>
          </p:contentPart>
        </mc:Choice>
        <mc:Fallback xmlns="">
          <p:pic>
            <p:nvPicPr>
              <p:cNvPr id="8" name="Encre 7">
                <a:extLst>
                  <a:ext uri="{FF2B5EF4-FFF2-40B4-BE49-F238E27FC236}">
                    <a16:creationId xmlns:a16="http://schemas.microsoft.com/office/drawing/2014/main" id="{FB2CF14C-FA49-5029-C74B-3E75FD511B4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13054" y="6020474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8E52461C-831A-98E6-E89B-2822F974D02B}"/>
              </a:ext>
            </a:extLst>
          </p:cNvPr>
          <p:cNvSpPr/>
          <p:nvPr/>
        </p:nvSpPr>
        <p:spPr>
          <a:xfrm>
            <a:off x="3885294" y="1619062"/>
            <a:ext cx="2483756" cy="129122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">
            <p14:nvContentPartPr>
              <p14:cNvPr id="10" name="Encre 9">
                <a:extLst>
                  <a:ext uri="{FF2B5EF4-FFF2-40B4-BE49-F238E27FC236}">
                    <a16:creationId xmlns:a16="http://schemas.microsoft.com/office/drawing/2014/main" id="{D82A3A1A-452D-4DFC-7076-F4B9E38739E0}"/>
                  </a:ext>
                </a:extLst>
              </p14:cNvPr>
              <p14:cNvContentPartPr/>
              <p14:nvPr/>
            </p14:nvContentPartPr>
            <p14:xfrm>
              <a:off x="1568160" y="1623103"/>
              <a:ext cx="1233360" cy="1287000"/>
            </p14:xfrm>
          </p:contentPart>
        </mc:Choice>
        <mc:Fallback xmlns="">
          <p:pic>
            <p:nvPicPr>
              <p:cNvPr id="10" name="Encre 9">
                <a:extLst>
                  <a:ext uri="{FF2B5EF4-FFF2-40B4-BE49-F238E27FC236}">
                    <a16:creationId xmlns:a16="http://schemas.microsoft.com/office/drawing/2014/main" id="{D82A3A1A-452D-4DFC-7076-F4B9E38739E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559160" y="1569103"/>
                <a:ext cx="1251000" cy="139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1" name="Encre 10">
                <a:extLst>
                  <a:ext uri="{FF2B5EF4-FFF2-40B4-BE49-F238E27FC236}">
                    <a16:creationId xmlns:a16="http://schemas.microsoft.com/office/drawing/2014/main" id="{7F993A16-0CB8-2ABE-8824-0B1684E94D92}"/>
                  </a:ext>
                </a:extLst>
              </p14:cNvPr>
              <p14:cNvContentPartPr/>
              <p14:nvPr/>
            </p14:nvContentPartPr>
            <p14:xfrm>
              <a:off x="1264320" y="1335103"/>
              <a:ext cx="2707920" cy="2013840"/>
            </p14:xfrm>
          </p:contentPart>
        </mc:Choice>
        <mc:Fallback xmlns="">
          <p:pic>
            <p:nvPicPr>
              <p:cNvPr id="11" name="Encre 10">
                <a:extLst>
                  <a:ext uri="{FF2B5EF4-FFF2-40B4-BE49-F238E27FC236}">
                    <a16:creationId xmlns:a16="http://schemas.microsoft.com/office/drawing/2014/main" id="{7F993A16-0CB8-2ABE-8824-0B1684E94D9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258200" y="1328983"/>
                <a:ext cx="2720160" cy="202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2" name="Encre 11">
                <a:extLst>
                  <a:ext uri="{FF2B5EF4-FFF2-40B4-BE49-F238E27FC236}">
                    <a16:creationId xmlns:a16="http://schemas.microsoft.com/office/drawing/2014/main" id="{73966B2F-F1AA-89AE-E92B-55B3746EBAD3}"/>
                  </a:ext>
                </a:extLst>
              </p14:cNvPr>
              <p14:cNvContentPartPr/>
              <p14:nvPr/>
            </p14:nvContentPartPr>
            <p14:xfrm>
              <a:off x="1603080" y="3927823"/>
              <a:ext cx="1800" cy="360"/>
            </p14:xfrm>
          </p:contentPart>
        </mc:Choice>
        <mc:Fallback xmlns="">
          <p:pic>
            <p:nvPicPr>
              <p:cNvPr id="12" name="Encre 11">
                <a:extLst>
                  <a:ext uri="{FF2B5EF4-FFF2-40B4-BE49-F238E27FC236}">
                    <a16:creationId xmlns:a16="http://schemas.microsoft.com/office/drawing/2014/main" id="{73966B2F-F1AA-89AE-E92B-55B3746EBAD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596960" y="3921703"/>
                <a:ext cx="1404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3" name="Encre 12">
                <a:extLst>
                  <a:ext uri="{FF2B5EF4-FFF2-40B4-BE49-F238E27FC236}">
                    <a16:creationId xmlns:a16="http://schemas.microsoft.com/office/drawing/2014/main" id="{6E50E14A-8575-E4A1-F7AC-5BD149D23949}"/>
                  </a:ext>
                </a:extLst>
              </p14:cNvPr>
              <p14:cNvContentPartPr/>
              <p14:nvPr/>
            </p14:nvContentPartPr>
            <p14:xfrm>
              <a:off x="3054960" y="4873183"/>
              <a:ext cx="360" cy="360"/>
            </p14:xfrm>
          </p:contentPart>
        </mc:Choice>
        <mc:Fallback xmlns="">
          <p:pic>
            <p:nvPicPr>
              <p:cNvPr id="13" name="Encre 12">
                <a:extLst>
                  <a:ext uri="{FF2B5EF4-FFF2-40B4-BE49-F238E27FC236}">
                    <a16:creationId xmlns:a16="http://schemas.microsoft.com/office/drawing/2014/main" id="{6E50E14A-8575-E4A1-F7AC-5BD149D2394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048840" y="4867063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4" name="Encre 13">
                <a:extLst>
                  <a:ext uri="{FF2B5EF4-FFF2-40B4-BE49-F238E27FC236}">
                    <a16:creationId xmlns:a16="http://schemas.microsoft.com/office/drawing/2014/main" id="{4BACC136-8D26-A0FA-1200-1285F3CAE582}"/>
                  </a:ext>
                </a:extLst>
              </p14:cNvPr>
              <p14:cNvContentPartPr/>
              <p14:nvPr/>
            </p14:nvContentPartPr>
            <p14:xfrm>
              <a:off x="945360" y="97063"/>
              <a:ext cx="2971080" cy="3186720"/>
            </p14:xfrm>
          </p:contentPart>
        </mc:Choice>
        <mc:Fallback xmlns="">
          <p:pic>
            <p:nvPicPr>
              <p:cNvPr id="14" name="Encre 13">
                <a:extLst>
                  <a:ext uri="{FF2B5EF4-FFF2-40B4-BE49-F238E27FC236}">
                    <a16:creationId xmlns:a16="http://schemas.microsoft.com/office/drawing/2014/main" id="{4BACC136-8D26-A0FA-1200-1285F3CAE582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36360" y="88423"/>
                <a:ext cx="2988720" cy="320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5" name="Encre 14">
                <a:extLst>
                  <a:ext uri="{FF2B5EF4-FFF2-40B4-BE49-F238E27FC236}">
                    <a16:creationId xmlns:a16="http://schemas.microsoft.com/office/drawing/2014/main" id="{766027DB-B055-B457-B5F6-C77DCC0A7315}"/>
                  </a:ext>
                </a:extLst>
              </p14:cNvPr>
              <p14:cNvContentPartPr/>
              <p14:nvPr/>
            </p14:nvContentPartPr>
            <p14:xfrm>
              <a:off x="3177360" y="3586903"/>
              <a:ext cx="360" cy="360"/>
            </p14:xfrm>
          </p:contentPart>
        </mc:Choice>
        <mc:Fallback xmlns="">
          <p:pic>
            <p:nvPicPr>
              <p:cNvPr id="15" name="Encre 14">
                <a:extLst>
                  <a:ext uri="{FF2B5EF4-FFF2-40B4-BE49-F238E27FC236}">
                    <a16:creationId xmlns:a16="http://schemas.microsoft.com/office/drawing/2014/main" id="{766027DB-B055-B457-B5F6-C77DCC0A7315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168720" y="357790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8">
            <p14:nvContentPartPr>
              <p14:cNvPr id="16" name="Encre 15">
                <a:extLst>
                  <a:ext uri="{FF2B5EF4-FFF2-40B4-BE49-F238E27FC236}">
                    <a16:creationId xmlns:a16="http://schemas.microsoft.com/office/drawing/2014/main" id="{FA1779F1-EFA6-B0E7-D6AF-18EA81180274}"/>
                  </a:ext>
                </a:extLst>
              </p14:cNvPr>
              <p14:cNvContentPartPr/>
              <p14:nvPr/>
            </p14:nvContentPartPr>
            <p14:xfrm>
              <a:off x="812880" y="3240943"/>
              <a:ext cx="360" cy="360"/>
            </p14:xfrm>
          </p:contentPart>
        </mc:Choice>
        <mc:Fallback xmlns="">
          <p:pic>
            <p:nvPicPr>
              <p:cNvPr id="16" name="Encre 15">
                <a:extLst>
                  <a:ext uri="{FF2B5EF4-FFF2-40B4-BE49-F238E27FC236}">
                    <a16:creationId xmlns:a16="http://schemas.microsoft.com/office/drawing/2014/main" id="{FA1779F1-EFA6-B0E7-D6AF-18EA81180274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03880" y="3187303"/>
                <a:ext cx="18000" cy="10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0">
            <p14:nvContentPartPr>
              <p14:cNvPr id="17" name="Encre 16">
                <a:extLst>
                  <a:ext uri="{FF2B5EF4-FFF2-40B4-BE49-F238E27FC236}">
                    <a16:creationId xmlns:a16="http://schemas.microsoft.com/office/drawing/2014/main" id="{A4235076-DFB2-79B0-017A-DCB8DDF233E9}"/>
                  </a:ext>
                </a:extLst>
              </p14:cNvPr>
              <p14:cNvContentPartPr/>
              <p14:nvPr/>
            </p14:nvContentPartPr>
            <p14:xfrm>
              <a:off x="766080" y="1594303"/>
              <a:ext cx="1663200" cy="1662120"/>
            </p14:xfrm>
          </p:contentPart>
        </mc:Choice>
        <mc:Fallback xmlns="">
          <p:pic>
            <p:nvPicPr>
              <p:cNvPr id="17" name="Encre 16">
                <a:extLst>
                  <a:ext uri="{FF2B5EF4-FFF2-40B4-BE49-F238E27FC236}">
                    <a16:creationId xmlns:a16="http://schemas.microsoft.com/office/drawing/2014/main" id="{A4235076-DFB2-79B0-017A-DCB8DDF233E9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57080" y="1540663"/>
                <a:ext cx="1680840" cy="1769760"/>
              </a:xfrm>
              <a:prstGeom prst="rect">
                <a:avLst/>
              </a:prstGeom>
            </p:spPr>
          </p:pic>
        </mc:Fallback>
      </mc:AlternateContent>
      <p:pic>
        <p:nvPicPr>
          <p:cNvPr id="19" name="Graphique 18" descr="Lunettes 3D avec un remplissage uni">
            <a:extLst>
              <a:ext uri="{FF2B5EF4-FFF2-40B4-BE49-F238E27FC236}">
                <a16:creationId xmlns:a16="http://schemas.microsoft.com/office/drawing/2014/main" id="{8AC6924C-88D7-FDE6-9578-1B3B3D24E7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262960" y="6887258"/>
            <a:ext cx="914400" cy="914400"/>
          </a:xfrm>
          <a:prstGeom prst="rect">
            <a:avLst/>
          </a:prstGeom>
        </p:spPr>
      </p:pic>
      <p:grpSp>
        <p:nvGrpSpPr>
          <p:cNvPr id="23" name="Groupe 22">
            <a:extLst>
              <a:ext uri="{FF2B5EF4-FFF2-40B4-BE49-F238E27FC236}">
                <a16:creationId xmlns:a16="http://schemas.microsoft.com/office/drawing/2014/main" id="{E4CBC600-222E-B966-9148-80B05C6CCF92}"/>
              </a:ext>
            </a:extLst>
          </p:cNvPr>
          <p:cNvGrpSpPr/>
          <p:nvPr/>
        </p:nvGrpSpPr>
        <p:grpSpPr>
          <a:xfrm>
            <a:off x="3082166" y="3541543"/>
            <a:ext cx="691200" cy="1874880"/>
            <a:chOff x="3082166" y="3541543"/>
            <a:chExt cx="691200" cy="187488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3">
              <p14:nvContentPartPr>
                <p14:cNvPr id="20" name="Encre 19">
                  <a:extLst>
                    <a:ext uri="{FF2B5EF4-FFF2-40B4-BE49-F238E27FC236}">
                      <a16:creationId xmlns:a16="http://schemas.microsoft.com/office/drawing/2014/main" id="{3AA3D630-691B-689D-E05B-1A34238F3118}"/>
                    </a:ext>
                  </a:extLst>
                </p14:cNvPr>
                <p14:cNvContentPartPr/>
                <p14:nvPr/>
              </p14:nvContentPartPr>
              <p14:xfrm>
                <a:off x="3089366" y="3541543"/>
                <a:ext cx="684000" cy="1874880"/>
              </p14:xfrm>
            </p:contentPart>
          </mc:Choice>
          <mc:Fallback xmlns="">
            <p:pic>
              <p:nvPicPr>
                <p:cNvPr id="20" name="Encre 19">
                  <a:extLst>
                    <a:ext uri="{FF2B5EF4-FFF2-40B4-BE49-F238E27FC236}">
                      <a16:creationId xmlns:a16="http://schemas.microsoft.com/office/drawing/2014/main" id="{3AA3D630-691B-689D-E05B-1A34238F3118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080366" y="3487903"/>
                  <a:ext cx="701640" cy="19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5">
              <p14:nvContentPartPr>
                <p14:cNvPr id="21" name="Encre 20">
                  <a:extLst>
                    <a:ext uri="{FF2B5EF4-FFF2-40B4-BE49-F238E27FC236}">
                      <a16:creationId xmlns:a16="http://schemas.microsoft.com/office/drawing/2014/main" id="{E49B65CC-CF15-E592-9E09-03334F1FFC18}"/>
                    </a:ext>
                  </a:extLst>
                </p14:cNvPr>
                <p14:cNvContentPartPr/>
                <p14:nvPr/>
              </p14:nvContentPartPr>
              <p14:xfrm>
                <a:off x="3082166" y="4847623"/>
                <a:ext cx="360" cy="2520"/>
              </p14:xfrm>
            </p:contentPart>
          </mc:Choice>
          <mc:Fallback xmlns="">
            <p:pic>
              <p:nvPicPr>
                <p:cNvPr id="21" name="Encre 20">
                  <a:extLst>
                    <a:ext uri="{FF2B5EF4-FFF2-40B4-BE49-F238E27FC236}">
                      <a16:creationId xmlns:a16="http://schemas.microsoft.com/office/drawing/2014/main" id="{E49B65CC-CF15-E592-9E09-03334F1FFC18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073166" y="4793983"/>
                  <a:ext cx="18000" cy="11016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9" name="Graphique 8" descr="Boulier contour">
            <a:extLst>
              <a:ext uri="{FF2B5EF4-FFF2-40B4-BE49-F238E27FC236}">
                <a16:creationId xmlns:a16="http://schemas.microsoft.com/office/drawing/2014/main" id="{2B5A92B4-C188-92B6-0B5E-5152A6154D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975523" y="5112194"/>
            <a:ext cx="914400" cy="914400"/>
          </a:xfrm>
          <a:prstGeom prst="rect">
            <a:avLst/>
          </a:prstGeom>
        </p:spPr>
      </p:pic>
      <p:pic>
        <p:nvPicPr>
          <p:cNvPr id="18" name="Graphique 17" descr="Afrique avec un remplissage uni">
            <a:extLst>
              <a:ext uri="{FF2B5EF4-FFF2-40B4-BE49-F238E27FC236}">
                <a16:creationId xmlns:a16="http://schemas.microsoft.com/office/drawing/2014/main" id="{331CEC24-10A9-5738-217A-542116A9A6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5676417" y="5192627"/>
            <a:ext cx="914400" cy="914400"/>
          </a:xfrm>
          <a:prstGeom prst="rect">
            <a:avLst/>
          </a:prstGeom>
        </p:spPr>
      </p:pic>
      <p:pic>
        <p:nvPicPr>
          <p:cNvPr id="22" name="Graphique 21" descr="Carnet d'adresses avec un remplissage uni">
            <a:extLst>
              <a:ext uri="{FF2B5EF4-FFF2-40B4-BE49-F238E27FC236}">
                <a16:creationId xmlns:a16="http://schemas.microsoft.com/office/drawing/2014/main" id="{E4EA8DE0-BFFB-5316-7F9D-D5C9E39652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3321050" y="48895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Words>6</Words>
  <Application>Microsoft Macintosh PowerPoint</Application>
  <PresentationFormat>Personnalisé</PresentationFormat>
  <Paragraphs>1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4" baseType="lpstr">
      <vt:lpstr>Arial MT</vt:lpstr>
      <vt:lpstr>Calibri</vt:lpstr>
      <vt:lpstr>Office Theme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ADECHIAN, Manriliath</dc:creator>
  <cp:lastModifiedBy>BANCOLE Abdoul</cp:lastModifiedBy>
  <cp:revision>14</cp:revision>
  <dcterms:created xsi:type="dcterms:W3CDTF">2026-08-16T19:32:28Z</dcterms:created>
  <dcterms:modified xsi:type="dcterms:W3CDTF">2026-08-16T20:55:59Z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2026-08-16T00:00:00Z</vt:filetime>
  </property>
  <property fmtid="{D5CDD505-2E9C-101B-9397-08002B2CF9AE}" pid="4" name="Creator">
    <vt:lpwstr>Microsoft® Word 2016</vt:lpwstr>
  </property>
  <property fmtid="{D5CDD505-2E9C-101B-9397-08002B2CF9AE}" pid="5" name="LastSaved">
    <vt:filetime>2026-08-16T00:00:00Z</vt:filetime>
  </property>
  <property fmtid="{D5CDD505-2E9C-101B-9397-08002B2CF9AE}" pid="6" name="Producer">
    <vt:lpwstr>www.ilovepdf.com</vt:lpwstr>
  </property>
</Properties>
</file>