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3"/>
  </p:normalViewPr>
  <p:slideViewPr>
    <p:cSldViewPr>
      <p:cViewPr>
        <p:scale>
          <a:sx n="127" d="100"/>
          <a:sy n="127" d="100"/>
        </p:scale>
        <p:origin x="1136" y="-22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6T20:37:19.6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1 109 24575,'41'0'0,"20"0"0,11 0 0,-8 0 0,5 0-2101,8 0 0,8 0 0,0 0 2101,-6 0 0,-1 0 0,3 0-962,16 0 1,3 0 0,2 0 961,-20 0 0,0 0 0,2 0 0,0 0 0,3 0 0,1 0 0,0 0 0,-2 0 0,-7 0 0,-1 0 0,-2 0 0,0 0-181,19 0 0,-2 0 0,0 0 181,-7 0 0,-1 0 0,-2 0 0,-5 0 0,-2 0 0,1 0 0,4 0 0,2 0 0,-4 0 0,21 0 0,-2 0 0,0 0 0,0 0 0,-31 0 0,0 0 0,0 0-685,29 2 0,1 1 685,-26 0 0,2 1 0,-1 1 0,27 5 0,-2 3 0,0 5 0,0 2 0,-32-5 0,1 1 0,-2 1 0,28 9 0,-2 2 0,0 1 0,-2 2 0,-4-1 0,-3 2 0,-2-1 0,-1 3 0,-3 1 0,-1 4 0,-1 1 0,0 3 0,9 9 0,1 4 0,-5-1 0,0 3 0,-23-14 0,1 2 0,1 5-60,-1 2 0,3 7 0,-1 0 0,-5-4 60,-4-2 0,-3-3 0,1 5 0,1 1 0,4 6 0,-2 0 0,-6-5 610,10 20 0,-6-1-610,-12-19 0,1 2 0,-1 0 0,3 5 0,-1 1 0,-1 0 0,-1 0 0,-1 0 0,-1-1 0,-1-1 0,-2-2 0,-1 0 0,7 18 0,-4-2 782,-5-8 0,-2-3-782,-4-10 0,-3-1 1613,8 39-1613,-4-10 0,-9-21 3159,-5-13-3159,-4-12 2456,-2-9-2456,-3-8 1134,-2-5-1134,-2-5 194,-7 1-194,-6 1 0,-5 2 0,-5 1 0,-11 7 0,-12 5 0,-14 6 0,16-10 0,-4 1-1008,-11 4 0,-4 2 1008,-15 6 0,-3 1 0,-4 1 0,0 0-1092,2-1 1,-3-1 1091,20-10 0,-4 1 0,-1-1-1400,-4 1 1,-3-2-1,-10 0 1400,16-8 0,-8 1 0,-6 0 0,-1 0 0,3-2 0,6-2-871,-8 2 1,7-3 0,-1-1 0,-7 0 870,7-1 0,-8 0 0,-3-1 0,1 0 0,5-1 0,8-3 0,-19 0 0,10-3 0,-1-1-270,13 0 1,0 0-1,-1 0 1,1 0 269,-21 0 0,1 0 0,3-1-77,11-1 0,3 0 0,1-1 77,2 0 0,2 0 0,2-1 872,-20 1 1,5-1-873,15 0 0,3 0 1646,5 0 1,3 0-1647,-34-2 0,12-9 0,13-9 3305,6-11-3305,1-11 0,5-7 0,4-3 0,-2-5 2229,2-7-2229,-4-9 0,27 32 0,0-2 0,-1-4 0,1-2 0,0-4 0,0-1-103,1-4 0,0-1 103,2-5 0,1-1 0,2-4 0,1-2 0,3-2 0,0-1 0,3-5 0,1-1 0,2-2 0,2-1 0,2-3 0,2 0 0,0-5 0,2 0 0,2 3 0,1-4 0,3 11 0,0-3 0,1 4 0,0-6 0,1 1 0,1 10 0,0-3 0,0 7 0,0-1 0,0 5 0,0-6 0,0 0-205,0 3 1,0 1 204,0 7 0,2 3-131,0 5 0,1 3 131,5-42 0,3 10 0,0 3 0,0 9 409,1 9-409,-2 9 1737,0 6-1737,0 7 1035,-1 5-1035,0 3 312,-1 4-312,0 3 0,0 4 0,-2 1 0,0 0 0,-1 4 0,-2 3 0,-1 2 0,0 3 0,0 0 0,1 0 0,1 1 0,-2-1 0,1 1 0,-1-3 0,-1 3 0,1-3 0,-2 3 0,0 0 0,0 0 0,0-1 0,0 1 0,0 0 0,0 0 0,0 0 0,0 1 0,0-2 0,0-1 0,0 0 0,0-1 0,0 3 0,0-1 0,0 0 0,-1 2 0,-3 5 0,1 12 0,-1-5 0,3 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6T20:37:22.5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22673" y="940987"/>
            <a:ext cx="5737842" cy="319921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png"/><Relationship Id="rId4" Type="http://schemas.openxmlformats.org/officeDocument/2006/relationships/customXml" Target="../ink/ink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6007" y="974055"/>
            <a:ext cx="135953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65" dirty="0">
                <a:latin typeface="Arial MT"/>
                <a:cs typeface="Arial MT"/>
              </a:rPr>
              <a:t>Semaine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spc="-165" dirty="0">
                <a:latin typeface="Arial MT"/>
                <a:cs typeface="Arial MT"/>
              </a:rPr>
              <a:t>37—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spc="-45" dirty="0">
                <a:latin typeface="Arial MT"/>
                <a:cs typeface="Arial MT"/>
              </a:rPr>
              <a:t>07/09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60" dirty="0">
                <a:latin typeface="Arial MT"/>
                <a:cs typeface="Arial MT"/>
              </a:rPr>
              <a:t>au</a:t>
            </a:r>
            <a:r>
              <a:rPr sz="900" spc="-4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11/09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0CDFE0-BB6A-2A05-DB2B-981FC0D8CCD0}"/>
              </a:ext>
            </a:extLst>
          </p:cNvPr>
          <p:cNvSpPr/>
          <p:nvPr/>
        </p:nvSpPr>
        <p:spPr>
          <a:xfrm>
            <a:off x="1187450" y="1765300"/>
            <a:ext cx="2286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83A7199-58C8-9595-FF4A-78351EBEF012}"/>
              </a:ext>
            </a:extLst>
          </p:cNvPr>
          <p:cNvSpPr txBox="1"/>
          <p:nvPr/>
        </p:nvSpPr>
        <p:spPr>
          <a:xfrm>
            <a:off x="2391508" y="208000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Encre 6">
                <a:extLst>
                  <a:ext uri="{FF2B5EF4-FFF2-40B4-BE49-F238E27FC236}">
                    <a16:creationId xmlns:a16="http://schemas.microsoft.com/office/drawing/2014/main" id="{34511B91-701B-67F7-5D95-6124AD32EF8B}"/>
                  </a:ext>
                </a:extLst>
              </p14:cNvPr>
              <p14:cNvContentPartPr/>
              <p14:nvPr/>
            </p14:nvContentPartPr>
            <p14:xfrm>
              <a:off x="1599294" y="1693274"/>
              <a:ext cx="2692080" cy="1556280"/>
            </p14:xfrm>
          </p:contentPart>
        </mc:Choice>
        <mc:Fallback>
          <p:pic>
            <p:nvPicPr>
              <p:cNvPr id="7" name="Encre 6">
                <a:extLst>
                  <a:ext uri="{FF2B5EF4-FFF2-40B4-BE49-F238E27FC236}">
                    <a16:creationId xmlns:a16="http://schemas.microsoft.com/office/drawing/2014/main" id="{34511B91-701B-67F7-5D95-6124AD32EF8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93174" y="1687154"/>
                <a:ext cx="2704320" cy="156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Encre 7">
                <a:extLst>
                  <a:ext uri="{FF2B5EF4-FFF2-40B4-BE49-F238E27FC236}">
                    <a16:creationId xmlns:a16="http://schemas.microsoft.com/office/drawing/2014/main" id="{FB2CF14C-FA49-5029-C74B-3E75FD511B4A}"/>
                  </a:ext>
                </a:extLst>
              </p14:cNvPr>
              <p14:cNvContentPartPr/>
              <p14:nvPr/>
            </p14:nvContentPartPr>
            <p14:xfrm>
              <a:off x="2619174" y="6026594"/>
              <a:ext cx="360" cy="360"/>
            </p14:xfrm>
          </p:contentPart>
        </mc:Choice>
        <mc:Fallback>
          <p:pic>
            <p:nvPicPr>
              <p:cNvPr id="8" name="Encre 7">
                <a:extLst>
                  <a:ext uri="{FF2B5EF4-FFF2-40B4-BE49-F238E27FC236}">
                    <a16:creationId xmlns:a16="http://schemas.microsoft.com/office/drawing/2014/main" id="{FB2CF14C-FA49-5029-C74B-3E75FD511B4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13054" y="6020474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6</Words>
  <Application>Microsoft Macintosh PowerPoint</Application>
  <PresentationFormat>Personnalisé</PresentationFormat>
  <Paragraphs>1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4" baseType="lpstr">
      <vt:lpstr>Arial MT</vt:lpstr>
      <vt:lpstr>Calibri</vt:lpstr>
      <vt:lpstr>Office Theme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ADECHIAN, Manriliath</dc:creator>
  <cp:lastModifiedBy>BANCOLE Abdoul</cp:lastModifiedBy>
  <cp:revision>3</cp:revision>
  <dcterms:created xsi:type="dcterms:W3CDTF">2026-08-16T19:32:28Z</dcterms:created>
  <dcterms:modified xsi:type="dcterms:W3CDTF">2026-08-16T20:37:23Z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2026-08-16T00:00:00Z</vt:filetime>
  </property>
  <property fmtid="{D5CDD505-2E9C-101B-9397-08002B2CF9AE}" pid="4" name="Creator">
    <vt:lpwstr>Microsoft® Word 2016</vt:lpwstr>
  </property>
  <property fmtid="{D5CDD505-2E9C-101B-9397-08002B2CF9AE}" pid="5" name="LastSaved">
    <vt:filetime>2026-08-16T00:00:00Z</vt:filetime>
  </property>
  <property fmtid="{D5CDD505-2E9C-101B-9397-08002B2CF9AE}" pid="6" name="Producer">
    <vt:lpwstr>www.ilovepdf.com</vt:lpwstr>
  </property>
</Properties>
</file>