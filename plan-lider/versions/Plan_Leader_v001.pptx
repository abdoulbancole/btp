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>
      <p:cViewPr>
        <p:scale>
          <a:sx n="89" d="100"/>
          <a:sy n="89" d="100"/>
        </p:scale>
        <p:origin x="203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1</cp:revision>
  <dcterms:created xsi:type="dcterms:W3CDTF">2026-08-16T19:32:28Z</dcterms:created>
  <dcterms:modified xsi:type="dcterms:W3CDTF">2026-08-16T20:36:59Z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